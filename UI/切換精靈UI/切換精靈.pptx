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60" r:id="rId3"/>
    <p:sldId id="261" r:id="rId4"/>
    <p:sldId id="256" r:id="rId5"/>
    <p:sldId id="257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92992-0283-4A2A-B3C2-0B7F1706C3DF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77DD9-E3C5-417B-9131-2C5628D09A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376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點擊</a:t>
            </a:r>
            <a:r>
              <a:rPr lang="en-US" altLang="zh-TW"/>
              <a:t>”</a:t>
            </a:r>
            <a:r>
              <a:rPr lang="zh-TW" altLang="en-US"/>
              <a:t>精靈</a:t>
            </a:r>
            <a:r>
              <a:rPr lang="en-US" altLang="zh-TW"/>
              <a:t>”</a:t>
            </a:r>
            <a:r>
              <a:rPr lang="zh-TW" altLang="en-US"/>
              <a:t>後，底下的技能</a:t>
            </a:r>
            <a:r>
              <a:rPr lang="en-US" altLang="zh-TW"/>
              <a:t>UI</a:t>
            </a:r>
            <a:r>
              <a:rPr lang="zh-TW" altLang="en-US"/>
              <a:t>，切換成切換精靈的</a:t>
            </a:r>
            <a:r>
              <a:rPr lang="en-US" altLang="zh-TW"/>
              <a:t>UI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7DD9-E3C5-417B-9131-2C5628D09A1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9868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8863F-22F1-2635-7A4B-0353C4244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944E96-4433-F1FA-27AE-4258E06DA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5593130-EBB5-FC47-63CB-09F58CA05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移除大部分區域只留切換精靈後主要的</a:t>
            </a:r>
            <a:r>
              <a:rPr lang="en-US" altLang="zh-TW"/>
              <a:t>UI</a:t>
            </a:r>
            <a:r>
              <a:rPr lang="zh-TW" altLang="en-US"/>
              <a:t>功能區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6A3E82-706E-0589-EA6B-9BAF7E910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7DD9-E3C5-417B-9131-2C5628D09A1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382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/>
              <a:t>自己對照切換精靈後主要的</a:t>
            </a:r>
            <a:r>
              <a:rPr lang="en-US" altLang="zh-TW"/>
              <a:t>UI</a:t>
            </a:r>
            <a:r>
              <a:rPr lang="zh-TW" altLang="en-US"/>
              <a:t>功能區使用</a:t>
            </a:r>
            <a:r>
              <a:rPr lang="en-US" altLang="zh-TW"/>
              <a:t>PPT</a:t>
            </a:r>
            <a:r>
              <a:rPr lang="zh-TW" altLang="en-US"/>
              <a:t>再次作畫的</a:t>
            </a:r>
            <a:r>
              <a:rPr lang="en-US" altLang="zh-TW"/>
              <a:t>UI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7DD9-E3C5-417B-9131-2C5628D09A1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791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點擊想切換的精靈後，按住拖動切換上場，這邊也可以在技能頁面再疊加一個換精靈的頁面，一樣依序左到右編號</a:t>
            </a:r>
            <a:r>
              <a:rPr lang="en-US" altLang="zh-TW"/>
              <a:t>1~6</a:t>
            </a:r>
            <a:r>
              <a:rPr lang="zh-TW" altLang="en-US"/>
              <a:t>，這邊的設計就是，當按下</a:t>
            </a:r>
            <a:r>
              <a:rPr lang="en-US" altLang="zh-TW"/>
              <a:t>”</a:t>
            </a:r>
            <a:r>
              <a:rPr lang="zh-TW" altLang="en-US"/>
              <a:t>精靈</a:t>
            </a:r>
            <a:r>
              <a:rPr lang="en-US" altLang="zh-TW"/>
              <a:t>”</a:t>
            </a:r>
            <a:r>
              <a:rPr lang="zh-TW" altLang="en-US"/>
              <a:t>後點選想切換的精靈</a:t>
            </a:r>
            <a:r>
              <a:rPr lang="en-US" altLang="zh-TW"/>
              <a:t>(</a:t>
            </a:r>
            <a:r>
              <a:rPr lang="zh-TW" altLang="en-US"/>
              <a:t>這邊是選擇第</a:t>
            </a:r>
            <a:r>
              <a:rPr lang="en-US" altLang="zh-TW"/>
              <a:t>2</a:t>
            </a:r>
            <a:r>
              <a:rPr lang="zh-TW" altLang="en-US"/>
              <a:t>個位置的精靈</a:t>
            </a:r>
            <a:r>
              <a:rPr lang="en-US" altLang="zh-TW"/>
              <a:t>)</a:t>
            </a:r>
            <a:r>
              <a:rPr lang="zh-TW" altLang="en-US"/>
              <a:t>，按住向上拖動，完成精靈切換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7DD9-E3C5-417B-9131-2C5628D09A1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0034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如果精靈戰敗遊戲系統會自動切換到換精靈介面，但這部分應該不用擔心什麼，通常玩家會設計戰鬥打法，包含讓精靈送死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7DD9-E3C5-417B-9131-2C5628D09A1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844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2963D-3F69-BA51-DB1B-53501C302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FF6BC5-6B45-CB8B-9CB0-0763C54D2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B2870B-F13C-27BD-5E78-55E6A723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71E374-0E9D-B0D2-BA5B-1877E39C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7D43E4-1BF5-235B-CA52-C1ED16E1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185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8C528-8E1B-95A2-2496-011CEA0C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0AEA59-68D0-C222-3F54-9F6660FCC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209A57-396E-FC30-E656-809C959B0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4BBF89-C46D-0B8F-3F76-C5F5D116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77E29-1945-6AE3-EDF9-3558F570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89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687435-08FF-431E-C826-AC9C0B3B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8511E9-FFA2-4329-0E43-2D4BE496D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A22DD0-5159-6625-084F-58D17AA1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BCB32B-D566-98AC-EFD9-A22416AA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EC9BA8-2599-6AC6-AEB3-247E9D6E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253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F52517-0BE9-029A-426F-F167CEBF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40E13A-2B28-29C5-FB9A-9363286DFB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9D0BE54-9302-605B-7792-1E7D2AAC2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3C9941-C5D8-F381-D8A1-60526AB4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993BCC-3D0F-F105-550A-1DD8BD13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BD4D8C-6C53-C681-C951-1260AC85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567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C97B3B-57EE-6F45-C37D-8A862457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B0D36B-B5CF-E07D-29C3-456473C6E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8AE044-B878-986B-A6E4-50BA77766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CDD4EC0-A1B8-C5A4-BBE0-1F96B2245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9646CDD-A29F-590C-B223-25EE66109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7A1FDAE-7118-1FB4-DE46-66DF659D2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9CD20B9-5478-BA49-E918-A2F081E4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7D0FB9A-5382-3153-C62C-4D8C2A9B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34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1305D0-5767-D749-B750-787A10F5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EDD6D48-F1B1-A4D4-9E9B-A93B07B0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A51A713-C5BC-A941-67F6-CFC558FD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AAA1F9-49C7-8E11-D913-D4467ADF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146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CD1D7A5-5FDE-FE40-09C5-DF64990E7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1BD091E-FC0E-4E89-F0B2-91D631CF9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7C5408-8800-8E77-A4BF-C8A49F8B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7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16B56D-2376-2A96-2CA9-C2D11D2C2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232E97-190E-619C-B778-C86F7D29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545F9D8-C8AF-57FA-7B5F-7B08B0069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DA720C-EFA6-5BDD-8C7E-1DDEF3EA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FB3C53-8DFD-655B-0A20-5DA8E6546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AF2C75-AE8C-49D8-0E44-E39EAEC6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35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2BDBB-1CE9-B419-9CB7-047C4278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A153CAD-0F5C-E86A-00EF-84D32144EF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8F0DC05-4AC3-FCA0-4E12-E01B109DE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E63336-71BC-7442-0330-52FF881E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84041A-03E9-08C5-2DAF-3CC725F10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CCD0F2-FA6B-FCF6-4B1F-4F711700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17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B6ED61-0FAA-C71F-847C-7ED3BFD3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85D2AB0-F822-BA9C-C84C-83FB4543C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EFFB26-CB43-6A34-608B-07BF84A7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A19951-2F46-3AC8-35FA-8D646B79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25F90A-384C-CF9D-089F-3A45F7CFD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8523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E79F83-DEAE-0D36-6A6A-1D14D1B43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7793679-61FB-EECD-2121-DAD6DBA79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6F8842-3BDE-75C0-CFEA-678A0A2AE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29533C-8CFA-BF01-DCC8-F5E9ECE6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FC2071-2CE4-07F3-BB4A-BEFA5F79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02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7A49DA7-72C5-028A-AEF1-D5D51B34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F5CFDB-3F6E-F85B-BF4C-E3BAA9ECB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3DE9F5-56C7-2716-F66B-5268C9E94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7F3F8-7E36-4A12-B221-F75F3F7781AA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C2EDB3-2BD1-02B5-1355-C3FFC881C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A8ACE1-7A06-577F-4A27-3B31C1B56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9B9F2-2A14-4868-9B28-0238DEE973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19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07A5956-3A42-5DD0-D963-ABE8F128E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6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9EA51-4613-889A-C4D4-D5BB0807E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3F74664-AD06-63EB-31FF-10924751B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3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群組 28">
            <a:extLst>
              <a:ext uri="{FF2B5EF4-FFF2-40B4-BE49-F238E27FC236}">
                <a16:creationId xmlns:a16="http://schemas.microsoft.com/office/drawing/2014/main" id="{89F2C64E-FC9A-D022-4F63-2D7E7E7C2F02}"/>
              </a:ext>
            </a:extLst>
          </p:cNvPr>
          <p:cNvGrpSpPr/>
          <p:nvPr/>
        </p:nvGrpSpPr>
        <p:grpSpPr>
          <a:xfrm>
            <a:off x="176979" y="5405284"/>
            <a:ext cx="9979743" cy="1229031"/>
            <a:chOff x="570269" y="970936"/>
            <a:chExt cx="9979743" cy="1229031"/>
          </a:xfrm>
        </p:grpSpPr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E3B87210-AF75-D1A7-0969-2BE0EC8FF237}"/>
                </a:ext>
              </a:extLst>
            </p:cNvPr>
            <p:cNvGrpSpPr/>
            <p:nvPr/>
          </p:nvGrpSpPr>
          <p:grpSpPr>
            <a:xfrm>
              <a:off x="570269" y="970936"/>
              <a:ext cx="9979743" cy="914400"/>
              <a:chOff x="157315" y="4628536"/>
              <a:chExt cx="9979743" cy="914400"/>
            </a:xfrm>
          </p:grpSpPr>
          <p:sp>
            <p:nvSpPr>
              <p:cNvPr id="2" name="矩形: 圓角 1">
                <a:extLst>
                  <a:ext uri="{FF2B5EF4-FFF2-40B4-BE49-F238E27FC236}">
                    <a16:creationId xmlns:a16="http://schemas.microsoft.com/office/drawing/2014/main" id="{5015E0A5-9AC1-4070-8E92-160D76C124C0}"/>
                  </a:ext>
                </a:extLst>
              </p:cNvPr>
              <p:cNvSpPr/>
              <p:nvPr/>
            </p:nvSpPr>
            <p:spPr>
              <a:xfrm>
                <a:off x="157315" y="4628536"/>
                <a:ext cx="1627238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1</a:t>
                </a:r>
                <a:endParaRPr lang="zh-TW" altLang="en-US"/>
              </a:p>
            </p:txBody>
          </p:sp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81237B08-1FA8-93E6-3E13-8493713ABD58}"/>
                  </a:ext>
                </a:extLst>
              </p:cNvPr>
              <p:cNvSpPr/>
              <p:nvPr/>
            </p:nvSpPr>
            <p:spPr>
              <a:xfrm>
                <a:off x="8509820" y="4628536"/>
                <a:ext cx="1627238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6</a:t>
                </a:r>
                <a:endParaRPr lang="zh-TW" altLang="en-US"/>
              </a:p>
            </p:txBody>
          </p:sp>
          <p:sp>
            <p:nvSpPr>
              <p:cNvPr id="7" name="矩形: 圓角 6">
                <a:extLst>
                  <a:ext uri="{FF2B5EF4-FFF2-40B4-BE49-F238E27FC236}">
                    <a16:creationId xmlns:a16="http://schemas.microsoft.com/office/drawing/2014/main" id="{3901670C-A98F-8ED5-BEC2-67A089C79A76}"/>
                  </a:ext>
                </a:extLst>
              </p:cNvPr>
              <p:cNvSpPr/>
              <p:nvPr/>
            </p:nvSpPr>
            <p:spPr>
              <a:xfrm>
                <a:off x="1827816" y="4628536"/>
                <a:ext cx="1627238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2</a:t>
                </a:r>
                <a:endParaRPr lang="zh-TW" altLang="en-US"/>
              </a:p>
            </p:txBody>
          </p:sp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1C8ADDD9-BF65-0367-2E59-0D691E674E96}"/>
                  </a:ext>
                </a:extLst>
              </p:cNvPr>
              <p:cNvSpPr/>
              <p:nvPr/>
            </p:nvSpPr>
            <p:spPr>
              <a:xfrm>
                <a:off x="3498317" y="4628536"/>
                <a:ext cx="1627238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3</a:t>
                </a:r>
                <a:endParaRPr lang="zh-TW" altLang="en-US"/>
              </a:p>
            </p:txBody>
          </p:sp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0A62A751-E5E2-59F8-C4FC-1ADD650A73CB}"/>
                  </a:ext>
                </a:extLst>
              </p:cNvPr>
              <p:cNvSpPr/>
              <p:nvPr/>
            </p:nvSpPr>
            <p:spPr>
              <a:xfrm>
                <a:off x="5168818" y="4628536"/>
                <a:ext cx="1627238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4</a:t>
                </a:r>
                <a:endParaRPr lang="zh-TW" altLang="en-US"/>
              </a:p>
            </p:txBody>
          </p:sp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947DDF2F-A6CA-185F-4F86-E04D523F4C00}"/>
                  </a:ext>
                </a:extLst>
              </p:cNvPr>
              <p:cNvSpPr/>
              <p:nvPr/>
            </p:nvSpPr>
            <p:spPr>
              <a:xfrm>
                <a:off x="6839319" y="4628536"/>
                <a:ext cx="1627238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5</a:t>
                </a:r>
                <a:endParaRPr lang="zh-TW" altLang="en-US"/>
              </a:p>
            </p:txBody>
          </p:sp>
        </p:grp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2E7E40F5-6EDB-6A2F-9601-ACEE68B984CD}"/>
                </a:ext>
              </a:extLst>
            </p:cNvPr>
            <p:cNvGrpSpPr/>
            <p:nvPr/>
          </p:nvGrpSpPr>
          <p:grpSpPr>
            <a:xfrm>
              <a:off x="570269" y="1885336"/>
              <a:ext cx="9979743" cy="314631"/>
              <a:chOff x="570269" y="2400302"/>
              <a:chExt cx="9979743" cy="314631"/>
            </a:xfrm>
          </p:grpSpPr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508B5733-4ECF-C444-F669-DD6CDCD72CB9}"/>
                  </a:ext>
                </a:extLst>
              </p:cNvPr>
              <p:cNvSpPr/>
              <p:nvPr/>
            </p:nvSpPr>
            <p:spPr>
              <a:xfrm>
                <a:off x="570269" y="2400302"/>
                <a:ext cx="1627238" cy="31463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1</a:t>
                </a:r>
                <a:r>
                  <a:rPr lang="zh-TW" altLang="en-US"/>
                  <a:t>名字</a:t>
                </a:r>
              </a:p>
            </p:txBody>
          </p:sp>
          <p:sp>
            <p:nvSpPr>
              <p:cNvPr id="18" name="矩形: 圓角 17">
                <a:extLst>
                  <a:ext uri="{FF2B5EF4-FFF2-40B4-BE49-F238E27FC236}">
                    <a16:creationId xmlns:a16="http://schemas.microsoft.com/office/drawing/2014/main" id="{790238F3-76E2-34D5-0598-E4AD7DAEE777}"/>
                  </a:ext>
                </a:extLst>
              </p:cNvPr>
              <p:cNvSpPr/>
              <p:nvPr/>
            </p:nvSpPr>
            <p:spPr>
              <a:xfrm>
                <a:off x="2240770" y="2400302"/>
                <a:ext cx="1627238" cy="31463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2</a:t>
                </a:r>
                <a:r>
                  <a:rPr lang="zh-TW" altLang="en-US"/>
                  <a:t>名字</a:t>
                </a:r>
              </a:p>
            </p:txBody>
          </p:sp>
          <p:sp>
            <p:nvSpPr>
              <p:cNvPr id="20" name="矩形: 圓角 19">
                <a:extLst>
                  <a:ext uri="{FF2B5EF4-FFF2-40B4-BE49-F238E27FC236}">
                    <a16:creationId xmlns:a16="http://schemas.microsoft.com/office/drawing/2014/main" id="{1638806C-E3EF-2FCE-02C1-F4C9BFC4933D}"/>
                  </a:ext>
                </a:extLst>
              </p:cNvPr>
              <p:cNvSpPr/>
              <p:nvPr/>
            </p:nvSpPr>
            <p:spPr>
              <a:xfrm>
                <a:off x="3911271" y="2400302"/>
                <a:ext cx="1627238" cy="31463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3</a:t>
                </a:r>
                <a:r>
                  <a:rPr lang="zh-TW" altLang="en-US"/>
                  <a:t>名字</a:t>
                </a:r>
              </a:p>
            </p:txBody>
          </p:sp>
          <p:sp>
            <p:nvSpPr>
              <p:cNvPr id="22" name="矩形: 圓角 21">
                <a:extLst>
                  <a:ext uri="{FF2B5EF4-FFF2-40B4-BE49-F238E27FC236}">
                    <a16:creationId xmlns:a16="http://schemas.microsoft.com/office/drawing/2014/main" id="{67D691D2-A350-3ED2-CD80-1A494C82AE42}"/>
                  </a:ext>
                </a:extLst>
              </p:cNvPr>
              <p:cNvSpPr/>
              <p:nvPr/>
            </p:nvSpPr>
            <p:spPr>
              <a:xfrm>
                <a:off x="5581772" y="2400302"/>
                <a:ext cx="1627238" cy="31463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4</a:t>
                </a:r>
                <a:r>
                  <a:rPr lang="zh-TW" altLang="en-US"/>
                  <a:t>名字</a:t>
                </a:r>
              </a:p>
            </p:txBody>
          </p:sp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9B33BC74-134C-3696-A149-B1FB84CAAC47}"/>
                  </a:ext>
                </a:extLst>
              </p:cNvPr>
              <p:cNvSpPr/>
              <p:nvPr/>
            </p:nvSpPr>
            <p:spPr>
              <a:xfrm>
                <a:off x="7252273" y="2400302"/>
                <a:ext cx="1627238" cy="31463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5</a:t>
                </a:r>
                <a:r>
                  <a:rPr lang="zh-TW" altLang="en-US"/>
                  <a:t>名字</a:t>
                </a:r>
              </a:p>
            </p:txBody>
          </p:sp>
          <p:sp>
            <p:nvSpPr>
              <p:cNvPr id="26" name="矩形: 圓角 25">
                <a:extLst>
                  <a:ext uri="{FF2B5EF4-FFF2-40B4-BE49-F238E27FC236}">
                    <a16:creationId xmlns:a16="http://schemas.microsoft.com/office/drawing/2014/main" id="{2989C8C2-A8E7-0DAD-E446-63BE2DEE0148}"/>
                  </a:ext>
                </a:extLst>
              </p:cNvPr>
              <p:cNvSpPr/>
              <p:nvPr/>
            </p:nvSpPr>
            <p:spPr>
              <a:xfrm>
                <a:off x="8922774" y="2400302"/>
                <a:ext cx="1627238" cy="31463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/>
                  <a:t>精靈</a:t>
                </a:r>
                <a:r>
                  <a:rPr lang="en-US" altLang="zh-TW"/>
                  <a:t>6</a:t>
                </a:r>
                <a:r>
                  <a:rPr lang="zh-TW" altLang="en-US"/>
                  <a:t>名字</a:t>
                </a:r>
              </a:p>
            </p:txBody>
          </p:sp>
        </p:grpSp>
      </p:grp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5024CC48-CA82-B1FF-6B3D-FEE0181524CB}"/>
              </a:ext>
            </a:extLst>
          </p:cNvPr>
          <p:cNvSpPr/>
          <p:nvPr/>
        </p:nvSpPr>
        <p:spPr>
          <a:xfrm>
            <a:off x="10146891" y="5272361"/>
            <a:ext cx="860323" cy="6345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戰鬥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2F9BBFD-5AB4-B2D5-2C04-4D50D5CBD418}"/>
              </a:ext>
            </a:extLst>
          </p:cNvPr>
          <p:cNvSpPr/>
          <p:nvPr/>
        </p:nvSpPr>
        <p:spPr>
          <a:xfrm>
            <a:off x="10146891" y="5906916"/>
            <a:ext cx="860323" cy="6345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精靈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2C3F8D6F-C51F-EA55-9CEE-51EAC3227B95}"/>
              </a:ext>
            </a:extLst>
          </p:cNvPr>
          <p:cNvSpPr/>
          <p:nvPr/>
        </p:nvSpPr>
        <p:spPr>
          <a:xfrm>
            <a:off x="11007214" y="5272360"/>
            <a:ext cx="860323" cy="6345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道具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6ACD4F42-E2E9-B099-1367-FA7FAC991A38}"/>
              </a:ext>
            </a:extLst>
          </p:cNvPr>
          <p:cNvSpPr/>
          <p:nvPr/>
        </p:nvSpPr>
        <p:spPr>
          <a:xfrm>
            <a:off x="11007214" y="5906915"/>
            <a:ext cx="860323" cy="6345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撤退</a:t>
            </a:r>
          </a:p>
        </p:txBody>
      </p:sp>
    </p:spTree>
    <p:extLst>
      <p:ext uri="{BB962C8B-B14F-4D97-AF65-F5344CB8AC3E}">
        <p14:creationId xmlns:p14="http://schemas.microsoft.com/office/powerpoint/2010/main" val="221831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97FBE8B-3703-4552-F430-4EEB170ED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12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CA1EA3A-B838-7525-6F8D-1B008A718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97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193</Words>
  <Application>Microsoft Office PowerPoint</Application>
  <PresentationFormat>寬螢幕</PresentationFormat>
  <Paragraphs>26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朱博鉞</dc:creator>
  <cp:lastModifiedBy>朱博鉞</cp:lastModifiedBy>
  <cp:revision>4</cp:revision>
  <dcterms:created xsi:type="dcterms:W3CDTF">2026-09-16T12:44:26Z</dcterms:created>
  <dcterms:modified xsi:type="dcterms:W3CDTF">2026-09-16T13:10:08Z</dcterms:modified>
</cp:coreProperties>
</file>