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BA1F69-C6E1-6737-E949-E20EC393E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7AA17F5-1CD8-3106-671E-5D3F659D8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C3A44A-6BA9-DAC1-4B1D-97D5C14DC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76DAD-C269-4723-B5E2-37F1BA5A717D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FF42EC-A4C8-5F08-09AC-6E4CFF67C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AE2BBE-29ED-2D4E-9AEA-08C49D2A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C29D-3C43-40F9-A2A2-DD9C6B8D70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3453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213E8D-145C-A1F3-4749-73370382B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CF9839-02A6-6955-EE59-09AA3A1C5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575DD4-19CF-C300-638A-9D884E75E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76DAD-C269-4723-B5E2-37F1BA5A717D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D8B7F2-9F5C-43C6-45D7-28948893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05B25A-6BE3-5DA5-A321-3C696499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C29D-3C43-40F9-A2A2-DD9C6B8D70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345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72CD3A-4497-0827-7663-D5D30753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CFCE8C-B7A1-3259-DD9F-0D6247FB9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E2D3395-F1A2-89B3-CE7D-2E7A8B555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76DAD-C269-4723-B5E2-37F1BA5A717D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E33B3A-05CA-6E5B-CBFB-F09B55743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CEC1E0-CCE3-32A5-EB72-B51F31CA8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C29D-3C43-40F9-A2A2-DD9C6B8D70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7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04BE23-8FC9-9174-B8B6-171EDF4E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76B92C-971F-8260-F87A-B8ED06C14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56404CC-1BDF-D363-F44F-7DFD96B2B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7A051E-FB86-C457-4FB0-F8753B5E4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76DAD-C269-4723-B5E2-37F1BA5A717D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70BE665-6250-66E7-A858-C8C447945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032A230-4D2B-539F-B497-4A823468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C29D-3C43-40F9-A2A2-DD9C6B8D70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0182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E9D03A-5868-F081-DEB7-D2F9578CA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456FB3-D87C-79AB-1143-44B4D88AF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CE51436-9C0B-F659-95C5-C29F0CCA1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81F56BD-E2E4-976F-ABF4-5B8C982853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7BF7513-F748-4086-FA43-8A28DAB41A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C1C3A3-7D24-04F5-4EEF-2AAD2A04F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76DAD-C269-4723-B5E2-37F1BA5A717D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EE9E298-0CC3-B841-D206-2FDE54618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2BE1041-6209-F99F-962F-56993083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C29D-3C43-40F9-A2A2-DD9C6B8D70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735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12CEE1-765F-B961-E1FE-B8EAC2741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DF6A159-6881-55A9-28F1-AC0A2AFC4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76DAD-C269-4723-B5E2-37F1BA5A717D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14CA8D2-E59C-FB2D-EE11-84C8B3743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3568DD8-ABBD-4477-4EF5-1A4E7D6CC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C29D-3C43-40F9-A2A2-DD9C6B8D70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2676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3F2B51C-6575-4E76-8573-9CC0125A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76DAD-C269-4723-B5E2-37F1BA5A717D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A1E5467-3C72-69C4-1D9B-21FCE8705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634D43-8DE2-B48E-8DCB-AFF879D7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C29D-3C43-40F9-A2A2-DD9C6B8D70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671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1B8627-A94B-B2FD-4178-3E9CADC0F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FB77DB-F0A4-6D0F-4E1E-A785FC76E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B178E04-A1E8-2FAA-CB95-EEDAC5679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2A889D-12F0-A21D-5B29-F81BE4CC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76DAD-C269-4723-B5E2-37F1BA5A717D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4A1E2B-9286-C9F2-7C94-4AC3ED8B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0FA09F4-E0EF-24C8-D7B5-C93AAEEB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C29D-3C43-40F9-A2A2-DD9C6B8D70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333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4D9199-8E36-18CB-43E0-C5BF31BE3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7C9ECEA-5932-7BE3-4D3A-0EE98136B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60C92DF-DC8A-4B57-128E-2CA874B53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B62CA16-C5D9-2512-317F-485B1AEA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76DAD-C269-4723-B5E2-37F1BA5A717D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60F6195-1DF1-96D0-BDAB-66807984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C50C1D4-D5E3-6198-BF2B-9EA05BE01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C29D-3C43-40F9-A2A2-DD9C6B8D70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551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4D7E76-9E40-283B-A04F-A71F11715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DDAEA9C-F9BF-CF4C-3629-571988574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3E8756-00A0-02B3-1798-3FE7B1DBB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76DAD-C269-4723-B5E2-37F1BA5A717D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872672-80C8-89DC-1E9C-510CEB5D4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2BA0C5-562D-804C-EE33-4576DA23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C29D-3C43-40F9-A2A2-DD9C6B8D70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5148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60A4CAD-A25F-37C7-01B7-8CB0A60558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5B82C28-F192-BAF6-D2C5-8F38B3659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63555B3-164B-F9DF-DF11-A8E92961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76DAD-C269-4723-B5E2-37F1BA5A717D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0B8B22-9D8C-9144-B1D7-3CDB959C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FC1CA9-FDD7-57E9-941C-721B87AC6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C29D-3C43-40F9-A2A2-DD9C6B8D70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6291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6BDEB31-55EF-B00A-5BF6-094F71CAD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0E190FC-B5F2-B884-B0F4-3AD78100E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63B5B4-A16A-613E-1713-7BDDA757C4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76DAD-C269-4723-B5E2-37F1BA5A717D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41DA9B-35CD-6B11-0DA2-C33D2B2CD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866331-F269-2EC6-60CE-DEB2EB736B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6C29D-3C43-40F9-A2A2-DD9C6B8D70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975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C13201F-B449-B457-D5B9-743C0A232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5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FFE80-FD24-68B7-BEA7-C45E2D8DD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3976449-3673-A834-59F6-38F63A9505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7889"/>
            <a:ext cx="12191999" cy="680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62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E32ED-85BA-E887-4B0C-72C684133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5B83945-3975-A19C-E0A0-5D9676E50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7889"/>
            <a:ext cx="12191999" cy="6802222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D294335A-B0F9-C6AB-92F0-70D275093963}"/>
              </a:ext>
            </a:extLst>
          </p:cNvPr>
          <p:cNvSpPr/>
          <p:nvPr/>
        </p:nvSpPr>
        <p:spPr>
          <a:xfrm>
            <a:off x="412952" y="5235676"/>
            <a:ext cx="1327357" cy="13273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C04589B-FE1D-F697-89A1-2D7E29238D20}"/>
              </a:ext>
            </a:extLst>
          </p:cNvPr>
          <p:cNvSpPr/>
          <p:nvPr/>
        </p:nvSpPr>
        <p:spPr>
          <a:xfrm>
            <a:off x="2074606" y="5648633"/>
            <a:ext cx="181896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2</a:t>
            </a:r>
            <a:endParaRPr lang="zh-TW" altLang="en-US"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3884A95E-2AF0-68B0-F2AC-D48B85B2B97F}"/>
              </a:ext>
            </a:extLst>
          </p:cNvPr>
          <p:cNvSpPr/>
          <p:nvPr/>
        </p:nvSpPr>
        <p:spPr>
          <a:xfrm>
            <a:off x="4016477" y="5648633"/>
            <a:ext cx="181896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2</a:t>
            </a:r>
            <a:endParaRPr lang="zh-TW" altLang="en-US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F68FA86B-F14D-E15D-C0A2-0F69C25B6A6C}"/>
              </a:ext>
            </a:extLst>
          </p:cNvPr>
          <p:cNvSpPr/>
          <p:nvPr/>
        </p:nvSpPr>
        <p:spPr>
          <a:xfrm>
            <a:off x="5968179" y="5648633"/>
            <a:ext cx="181896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2</a:t>
            </a:r>
            <a:endParaRPr lang="zh-TW" altLang="en-US"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0397A120-B18F-94C1-E982-0FB44E2F82F4}"/>
              </a:ext>
            </a:extLst>
          </p:cNvPr>
          <p:cNvSpPr/>
          <p:nvPr/>
        </p:nvSpPr>
        <p:spPr>
          <a:xfrm>
            <a:off x="7919881" y="5648633"/>
            <a:ext cx="181896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2</a:t>
            </a:r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EB8326AD-DF8F-F1D4-EBD2-72ABA0AD05AC}"/>
              </a:ext>
            </a:extLst>
          </p:cNvPr>
          <p:cNvSpPr/>
          <p:nvPr/>
        </p:nvSpPr>
        <p:spPr>
          <a:xfrm>
            <a:off x="201559" y="108155"/>
            <a:ext cx="958648" cy="9832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我方精靈頭像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B1355207-51D1-2C98-3B36-8C42CAB586FF}"/>
              </a:ext>
            </a:extLst>
          </p:cNvPr>
          <p:cNvSpPr/>
          <p:nvPr/>
        </p:nvSpPr>
        <p:spPr>
          <a:xfrm>
            <a:off x="11031793" y="108155"/>
            <a:ext cx="958648" cy="9832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敵方精靈頭像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71051AF-187C-770F-6D25-1F9FCB0F3AA8}"/>
              </a:ext>
            </a:extLst>
          </p:cNvPr>
          <p:cNvSpPr/>
          <p:nvPr/>
        </p:nvSpPr>
        <p:spPr>
          <a:xfrm>
            <a:off x="1160205" y="257247"/>
            <a:ext cx="3736259" cy="30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我方精靈血量條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D971DB9-E34E-B9F4-8FED-23CCC958F9AB}"/>
              </a:ext>
            </a:extLst>
          </p:cNvPr>
          <p:cNvSpPr/>
          <p:nvPr/>
        </p:nvSpPr>
        <p:spPr>
          <a:xfrm>
            <a:off x="7295534" y="296576"/>
            <a:ext cx="3736259" cy="30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敵方精靈血量條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3678479-6984-DBEE-EABF-5D2677118C00}"/>
              </a:ext>
            </a:extLst>
          </p:cNvPr>
          <p:cNvSpPr/>
          <p:nvPr/>
        </p:nvSpPr>
        <p:spPr>
          <a:xfrm>
            <a:off x="1160204" y="-45945"/>
            <a:ext cx="3736259" cy="30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我方精靈名稱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8407412-055C-C0F9-649D-38D137AFE0CE}"/>
              </a:ext>
            </a:extLst>
          </p:cNvPr>
          <p:cNvSpPr/>
          <p:nvPr/>
        </p:nvSpPr>
        <p:spPr>
          <a:xfrm>
            <a:off x="7295531" y="-8225"/>
            <a:ext cx="3736259" cy="303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敵方精靈名稱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24A8A23-6432-974E-BED0-B23CFA08ACC7}"/>
              </a:ext>
            </a:extLst>
          </p:cNvPr>
          <p:cNvSpPr/>
          <p:nvPr/>
        </p:nvSpPr>
        <p:spPr>
          <a:xfrm>
            <a:off x="1145456" y="596553"/>
            <a:ext cx="3736259" cy="494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我方精靈狀態</a:t>
            </a:r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99684E2-45A5-C84C-7002-78B7594B8831}"/>
              </a:ext>
            </a:extLst>
          </p:cNvPr>
          <p:cNvSpPr/>
          <p:nvPr/>
        </p:nvSpPr>
        <p:spPr>
          <a:xfrm>
            <a:off x="7280785" y="635882"/>
            <a:ext cx="3736259" cy="494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敵方精靈狀態</a:t>
            </a:r>
            <a:r>
              <a:rPr lang="en-US" altLang="zh-TW"/>
              <a:t>1</a:t>
            </a:r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AC720A3-D2E0-4CEF-6B44-1FEC0DB50711}"/>
              </a:ext>
            </a:extLst>
          </p:cNvPr>
          <p:cNvSpPr/>
          <p:nvPr/>
        </p:nvSpPr>
        <p:spPr>
          <a:xfrm>
            <a:off x="8254182" y="1491289"/>
            <a:ext cx="3736259" cy="494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敵方精靈狀態</a:t>
            </a:r>
            <a:r>
              <a:rPr lang="en-US" altLang="zh-TW"/>
              <a:t>2</a:t>
            </a:r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F01B2F8-E580-53A8-4857-398404DBE610}"/>
              </a:ext>
            </a:extLst>
          </p:cNvPr>
          <p:cNvSpPr/>
          <p:nvPr/>
        </p:nvSpPr>
        <p:spPr>
          <a:xfrm>
            <a:off x="206476" y="1491289"/>
            <a:ext cx="3736259" cy="494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我方精靈狀態</a:t>
            </a:r>
            <a:r>
              <a:rPr lang="en-US" altLang="zh-TW"/>
              <a:t>2</a:t>
            </a:r>
            <a:endParaRPr lang="zh-TW" altLang="en-US"/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D754F318-05A1-E9AD-DE80-3C31356E64EA}"/>
              </a:ext>
            </a:extLst>
          </p:cNvPr>
          <p:cNvSpPr/>
          <p:nvPr/>
        </p:nvSpPr>
        <p:spPr>
          <a:xfrm>
            <a:off x="167146" y="1039761"/>
            <a:ext cx="414611" cy="4146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3D0CEBE-37AA-3D72-A33D-ABD7A61BF1DA}"/>
              </a:ext>
            </a:extLst>
          </p:cNvPr>
          <p:cNvSpPr/>
          <p:nvPr/>
        </p:nvSpPr>
        <p:spPr>
          <a:xfrm>
            <a:off x="11692180" y="1058621"/>
            <a:ext cx="414611" cy="4146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8352847E-FA26-51B4-5D2C-4193B9348946}"/>
              </a:ext>
            </a:extLst>
          </p:cNvPr>
          <p:cNvSpPr txBox="1"/>
          <p:nvPr/>
        </p:nvSpPr>
        <p:spPr>
          <a:xfrm>
            <a:off x="12398475" y="1554037"/>
            <a:ext cx="22466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/>
              <a:t>敵</a:t>
            </a:r>
            <a:r>
              <a:rPr lang="zh-TW" altLang="en-US" sz="1800"/>
              <a:t>方精靈狀態</a:t>
            </a:r>
            <a:r>
              <a:rPr lang="en-US" altLang="zh-TW" sz="1800"/>
              <a:t>3</a:t>
            </a:r>
            <a:endParaRPr lang="zh-TW" altLang="en-US" sz="1800"/>
          </a:p>
        </p:txBody>
      </p:sp>
      <p:cxnSp>
        <p:nvCxnSpPr>
          <p:cNvPr id="50" name="接點: 肘形 49">
            <a:extLst>
              <a:ext uri="{FF2B5EF4-FFF2-40B4-BE49-F238E27FC236}">
                <a16:creationId xmlns:a16="http://schemas.microsoft.com/office/drawing/2014/main" id="{1BCE02BB-14D4-BF63-B6C8-A2D3000132A2}"/>
              </a:ext>
            </a:extLst>
          </p:cNvPr>
          <p:cNvCxnSpPr>
            <a:cxnSpLocks/>
            <a:stCxn id="48" idx="0"/>
            <a:endCxn id="44" idx="6"/>
          </p:cNvCxnSpPr>
          <p:nvPr/>
        </p:nvCxnSpPr>
        <p:spPr>
          <a:xfrm rot="16200000" flipV="1">
            <a:off x="12670246" y="702472"/>
            <a:ext cx="288110" cy="1415020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4635381C-ED47-F073-AB32-50070A85CF9F}"/>
              </a:ext>
            </a:extLst>
          </p:cNvPr>
          <p:cNvSpPr txBox="1"/>
          <p:nvPr/>
        </p:nvSpPr>
        <p:spPr>
          <a:xfrm>
            <a:off x="-2561116" y="1554037"/>
            <a:ext cx="224667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1800"/>
              <a:t>我方精靈狀態</a:t>
            </a:r>
            <a:r>
              <a:rPr lang="en-US" altLang="zh-TW" sz="1800"/>
              <a:t>3</a:t>
            </a:r>
            <a:endParaRPr lang="zh-TW" altLang="en-US" sz="1800"/>
          </a:p>
        </p:txBody>
      </p:sp>
      <p:cxnSp>
        <p:nvCxnSpPr>
          <p:cNvPr id="53" name="接點: 肘形 52">
            <a:extLst>
              <a:ext uri="{FF2B5EF4-FFF2-40B4-BE49-F238E27FC236}">
                <a16:creationId xmlns:a16="http://schemas.microsoft.com/office/drawing/2014/main" id="{E7DCCFB1-21AE-A1CC-4F2F-3843B2FFAA41}"/>
              </a:ext>
            </a:extLst>
          </p:cNvPr>
          <p:cNvCxnSpPr>
            <a:cxnSpLocks/>
            <a:stCxn id="52" idx="0"/>
            <a:endCxn id="42" idx="2"/>
          </p:cNvCxnSpPr>
          <p:nvPr/>
        </p:nvCxnSpPr>
        <p:spPr>
          <a:xfrm rot="5400000" flipH="1" flipV="1">
            <a:off x="-788802" y="598089"/>
            <a:ext cx="306970" cy="1604926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矩形: 圓角 58">
            <a:extLst>
              <a:ext uri="{FF2B5EF4-FFF2-40B4-BE49-F238E27FC236}">
                <a16:creationId xmlns:a16="http://schemas.microsoft.com/office/drawing/2014/main" id="{A66D455A-C388-E05F-4322-D8025CDDF557}"/>
              </a:ext>
            </a:extLst>
          </p:cNvPr>
          <p:cNvSpPr/>
          <p:nvPr/>
        </p:nvSpPr>
        <p:spPr>
          <a:xfrm>
            <a:off x="10117394" y="5331355"/>
            <a:ext cx="860323" cy="6345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戰鬥</a:t>
            </a:r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C43B1FEF-506F-1E30-0424-B020EAE46109}"/>
              </a:ext>
            </a:extLst>
          </p:cNvPr>
          <p:cNvSpPr/>
          <p:nvPr/>
        </p:nvSpPr>
        <p:spPr>
          <a:xfrm>
            <a:off x="10117393" y="5965910"/>
            <a:ext cx="860323" cy="6345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精靈</a:t>
            </a: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8017A666-3CB4-5F8B-6769-9F12D30ED685}"/>
              </a:ext>
            </a:extLst>
          </p:cNvPr>
          <p:cNvSpPr/>
          <p:nvPr/>
        </p:nvSpPr>
        <p:spPr>
          <a:xfrm>
            <a:off x="11031790" y="5331355"/>
            <a:ext cx="860323" cy="6345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道具</a:t>
            </a:r>
          </a:p>
        </p:txBody>
      </p:sp>
      <p:sp>
        <p:nvSpPr>
          <p:cNvPr id="65" name="矩形: 圓角 64">
            <a:extLst>
              <a:ext uri="{FF2B5EF4-FFF2-40B4-BE49-F238E27FC236}">
                <a16:creationId xmlns:a16="http://schemas.microsoft.com/office/drawing/2014/main" id="{2244A3C8-91C8-37FB-B054-5C2BC3C2BD9C}"/>
              </a:ext>
            </a:extLst>
          </p:cNvPr>
          <p:cNvSpPr/>
          <p:nvPr/>
        </p:nvSpPr>
        <p:spPr>
          <a:xfrm>
            <a:off x="11040912" y="5965910"/>
            <a:ext cx="860323" cy="6345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撤退</a:t>
            </a:r>
          </a:p>
        </p:txBody>
      </p:sp>
    </p:spTree>
    <p:extLst>
      <p:ext uri="{BB962C8B-B14F-4D97-AF65-F5344CB8AC3E}">
        <p14:creationId xmlns:p14="http://schemas.microsoft.com/office/powerpoint/2010/main" val="3775391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57</Words>
  <Application>Microsoft Office PowerPoint</Application>
  <PresentationFormat>寬螢幕</PresentationFormat>
  <Paragraphs>21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朱博鉞</dc:creator>
  <cp:lastModifiedBy>朱博鉞</cp:lastModifiedBy>
  <cp:revision>3</cp:revision>
  <dcterms:created xsi:type="dcterms:W3CDTF">2026-09-16T11:39:18Z</dcterms:created>
  <dcterms:modified xsi:type="dcterms:W3CDTF">2026-09-16T12:00:29Z</dcterms:modified>
</cp:coreProperties>
</file>