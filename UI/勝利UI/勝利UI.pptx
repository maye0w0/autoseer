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733D17-DBF1-1D4F-07C7-3FDA29FC1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C3CEB0E-64E2-5098-280D-B391145CAB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B545C6-FD29-2CB2-04D8-828C5475A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3ACE-F83D-4FA4-8545-D6185EAA7A73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1DE578-CA20-76FA-03CB-CB0C77179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6937F62-3411-0C34-9BDD-547C48A68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62DE-C310-4450-9BD1-764FBD4612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6541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A09974-A792-A8F3-35C8-78E1B55A6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4236E4-F8C6-517E-1410-290BA6F5F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CF08FB-A87D-8F40-C3E4-E8A2809A7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3ACE-F83D-4FA4-8545-D6185EAA7A73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2B533B-D8AE-4232-B2CC-921637003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2BD7D6-B0EC-DA3D-9D90-51EDFD83B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62DE-C310-4450-9BD1-764FBD4612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023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BA9B39-E814-17A3-1E67-3D51DBA3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EC464B-78AA-6575-D293-9039F7BDB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11BB5E3-F040-FF41-3A52-25F3ED079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3ACE-F83D-4FA4-8545-D6185EAA7A73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CFA4B2C-0579-B30F-DCC6-82F496A10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C17E21-CD0E-ABC7-7FE2-B4624C9B1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62DE-C310-4450-9BD1-764FBD4612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8292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1B693F-E55B-B832-E214-900722BFA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78106B-1241-9435-1870-F3B0E13FE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7F0FA52-5307-66CF-ECC6-5A9FD3CFA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A450E44-116C-6946-DC7E-66CDA7C4B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3ACE-F83D-4FA4-8545-D6185EAA7A73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7677DAF-14DF-5CCC-83CC-775CECD80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8EB6A14-F7C9-D2B5-A82F-C288705F7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62DE-C310-4450-9BD1-764FBD4612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4801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38F486-6566-895C-0B93-70520B569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1984CA4-C4D7-A833-4FD1-4AB536E75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F092C91-6199-7246-CC57-1F6EF4DE3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92D4848-0BE5-95C7-0FF7-AFB5112DE1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95A1CF2-6887-B7A0-C160-2EB6ACC8C7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2B6E271-683A-58A3-82CE-83C06D21C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3ACE-F83D-4FA4-8545-D6185EAA7A73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63CE10F-AD23-6DAC-5A2F-AF7F5D6A3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C9A6C18-09D2-098A-2FD6-5E5FDBD9B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62DE-C310-4450-9BD1-764FBD4612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9457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8A0F4A-8335-0CE5-F29F-C111C666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D03D2C1-FE18-BDFF-0365-FD988100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3ACE-F83D-4FA4-8545-D6185EAA7A73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B8BB954-A3D7-33AC-2818-00C2FC7D7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FAE4CEC-13F7-7E6B-09D9-AF765CBBE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62DE-C310-4450-9BD1-764FBD4612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246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D6F6717-9CA6-6A95-6004-CE19B52CF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3ACE-F83D-4FA4-8545-D6185EAA7A73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453EFF9-9F5D-77DD-5F52-69F8E5A49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F0E7188-35C1-D8DC-6B38-BBA151C65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62DE-C310-4450-9BD1-764FBD4612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4857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F88E85-1456-BE72-C58F-C5A5E07AF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A05A7C-FCBE-15FD-A186-16769CBA5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F11A3AF-83FE-70A7-1440-14ABD79CB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8F2B3D3-65A9-909F-E668-0ED4D1EDC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3ACE-F83D-4FA4-8545-D6185EAA7A73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8108134-5036-0F88-CA03-7CA864F4B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6AF041A-FCE5-043E-42A7-DD19E3E47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62DE-C310-4450-9BD1-764FBD4612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0424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AF01DE-682D-1D05-BC39-9B97362B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4795A48-2036-265A-F160-D67411B3DE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2B19F6E-7B0D-E394-BEA4-98E0278935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E4C702E-23E7-5670-9C83-4928D4543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3ACE-F83D-4FA4-8545-D6185EAA7A73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21302B7-EF1E-7C1F-D17D-6EAB6F305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AB86059-FAEA-8DA7-556B-E5658A915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62DE-C310-4450-9BD1-764FBD4612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0641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054B4D-37D8-79B9-3459-CD7367AE9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B733CF2-BD7F-72A7-C2B3-EF84E1861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E89744-AD8F-64A7-0B35-394D952EF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3ACE-F83D-4FA4-8545-D6185EAA7A73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26AE41-24C8-72F6-F24C-2935E8833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254348-4CF0-CCF8-8AA5-56EBDD45A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62DE-C310-4450-9BD1-764FBD4612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4684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C6FFF42-731D-81AE-E2F7-0B540A7E49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2151BB4-4DF7-A0E0-F00D-4196B8EC8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532696-228A-2A33-1E20-C1D22D6F3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B3ACE-F83D-4FA4-8545-D6185EAA7A73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27DE830-0F5E-4F9D-D3EE-5CF934A31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636F1E1-5101-F422-5A5B-AE4D55DEB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062DE-C310-4450-9BD1-764FBD4612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388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8CD8FA3-8F0D-E66E-4263-947C1B62B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9963F13-32BD-C627-BBE8-BC077C804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D06AF7-C1C6-E5C3-BDD9-D7D3A8D2C8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DB3ACE-F83D-4FA4-8545-D6185EAA7A73}" type="datetimeFigureOut">
              <a:rPr lang="zh-TW" altLang="en-US" smtClean="0"/>
              <a:t>2026/9/16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A9412F-EB24-7FAA-A413-3E6DBE5F0C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B9007F-1CE3-9ACB-28E7-34C7065E5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062DE-C310-4450-9BD1-764FBD46124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9050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F7E57F5F-3031-29D9-23F7-1BFA03043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210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296F1-7CA2-9092-892C-5D0FAD081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A5191290-1315-9576-79BC-763050A96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AB60B81-B307-B445-8496-2978B687652B}"/>
              </a:ext>
            </a:extLst>
          </p:cNvPr>
          <p:cNvSpPr/>
          <p:nvPr/>
        </p:nvSpPr>
        <p:spPr>
          <a:xfrm>
            <a:off x="7334865" y="2514600"/>
            <a:ext cx="4857135" cy="43434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3968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寬螢幕</PresentationFormat>
  <Paragraphs>0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朱博鉞</dc:creator>
  <cp:lastModifiedBy>朱博鉞</cp:lastModifiedBy>
  <cp:revision>1</cp:revision>
  <dcterms:created xsi:type="dcterms:W3CDTF">2026-09-16T12:37:59Z</dcterms:created>
  <dcterms:modified xsi:type="dcterms:W3CDTF">2026-09-16T12:39:48Z</dcterms:modified>
</cp:coreProperties>
</file>